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168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Proficiency Rate</c:v>
                </c:pt>
              </c:strCache>
            </c:strRef>
          </c:tx>
          <c:spPr>
            <a:solidFill>
              <a:srgbClr val="6D1E4A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212B46"/>
                    </a:solidFill>
                    <a:latin typeface="Apto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District 1</c:v>
                </c:pt>
                <c:pt idx="1">
                  <c:v>District 2</c:v>
                </c:pt>
                <c:pt idx="2">
                  <c:v>District 3</c:v>
                </c:pt>
                <c:pt idx="3">
                  <c:v>District 4</c:v>
                </c:pt>
                <c:pt idx="4">
                  <c:v>District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67</c:v>
                </c:pt>
                <c:pt idx="2">
                  <c:v>55</c:v>
                </c:pt>
                <c:pt idx="3">
                  <c:v>38</c:v>
                </c:pt>
                <c:pt idx="4">
                  <c:v>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A1-1942-86EE-7D9A72FF810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675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BEC6CE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675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1869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D1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B46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4th grade math proficiency varies widely across districts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6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Percentage of students meeting proficiency benchmarks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3240408002"/>
              </p:ext>
            </p:extLst>
          </p:nvPr>
        </p:nvGraphicFramePr>
        <p:xfrm>
          <a:off x="548640" y="1417320"/>
          <a:ext cx="804672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6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District assessment data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6D1E4A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20</Words>
  <Application>Microsoft Macintosh PowerPoint</Application>
  <PresentationFormat>On-screen Show (16:9)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Garamond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4th Grade Math Proficiency Rates</dc:title>
  <dc:subject>PptxGenJS Presentation</dc:subject>
  <dc:creator>Bellwether</dc:creator>
  <cp:lastModifiedBy>Marisa Mission</cp:lastModifiedBy>
  <cp:revision>2</cp:revision>
  <dcterms:created xsi:type="dcterms:W3CDTF">2026-02-20T22:14:49Z</dcterms:created>
  <dcterms:modified xsi:type="dcterms:W3CDTF">2026-02-20T22:28:10Z</dcterms:modified>
</cp:coreProperties>
</file>